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9A901D-0AA8-3A36-7C0B-DD70B950DC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7032CA3-821E-A9B9-6E39-E321CBEEE7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EDA7CA-854B-BDCD-4F30-A53108EA6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ED3B4-B3B1-4C0B-A79A-8746126325DB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B77AA9-156C-7841-F310-27794644D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277D5E-231E-83F0-ECDE-FB9BC2B8B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D0ADA-5D86-40CA-A740-8E7F5DD1A1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6963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2057E2-68F8-2FA2-A720-2889E9EDB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63BBAA-A01A-DB1A-09FC-14FEA7AD15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015BE1-5EC2-8EFD-13E7-8609FE3FC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ED3B4-B3B1-4C0B-A79A-8746126325DB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29BAD9-6ACD-EF8B-3FCA-A6F66D952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6D0FC7-0447-E9CA-8DD0-DC92B1EA1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D0ADA-5D86-40CA-A740-8E7F5DD1A1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665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C5776A-4DD7-4EEF-D308-065C3B0EB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E2EBA4-5D25-1928-F795-2870B16ED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08E737-D6B9-EA52-C9E9-384EBA64F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ED3B4-B3B1-4C0B-A79A-8746126325DB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851980-AAC0-7BFB-909A-A7D8AFF01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C0F34E-E914-4CAC-945A-633FEB83C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D0ADA-5D86-40CA-A740-8E7F5DD1A1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1246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1C4F0F-BB60-390A-679E-12EB4760F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97271C-D2AB-07E1-A0D7-DA559B319E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54E8F7-DECD-9A71-EF22-1586B3A837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64D403E-3304-A14D-7EA8-CA60E59AC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ED3B4-B3B1-4C0B-A79A-8746126325DB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02CA4D3-048D-E469-EEA8-343E5DA35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E52D71D-7903-48F2-A7CB-ED63DC91E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D0ADA-5D86-40CA-A740-8E7F5DD1A1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709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89C429-4A1B-C752-E054-9A726DCF9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E5D9B5A-118A-1F8D-9B03-053D5DE9DC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F72D0E1-D446-F6E5-0495-4D01831E1D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6B979E6-767F-6D1E-710A-6F4847C847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D228DD3-B60A-CA6F-A176-6F5CD0ABF7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4AFE399-2A6C-E535-5D88-8350B2BE7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ED3B4-B3B1-4C0B-A79A-8746126325DB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C9AC9A3-CC97-9373-5C4A-BFEF7AD5A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E3A9C26-E7E0-DB0E-9DD5-CF1701279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D0ADA-5D86-40CA-A740-8E7F5DD1A1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0107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EAC705-5E6F-AD79-6BBA-10E6DF084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053E675-D509-AAA7-22F8-987061842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ED3B4-B3B1-4C0B-A79A-8746126325DB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AA607D5-E746-5B3E-AFED-5F7D608E8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6763B6F-9857-030F-1127-31A717ABD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D0ADA-5D86-40CA-A740-8E7F5DD1A1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6008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B944460-262A-B80D-7ADE-A492705A6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ED3B4-B3B1-4C0B-A79A-8746126325DB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06C6FC2-7BF2-5CAF-42B4-904955FA9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DB7B16-95AC-E717-71E7-925676B67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D0ADA-5D86-40CA-A740-8E7F5DD1A1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603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8C139E-2AC9-5B7A-5594-50C1FF87B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D658DD-5980-611C-3385-F8D583086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A795053-195F-291C-50A5-F8C6C86B70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12CBE66-DBF4-43F4-1D7D-D6CAD5773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ED3B4-B3B1-4C0B-A79A-8746126325DB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123307B-8AAD-DE7A-6473-BDCF98CE9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F0BB827-57CC-667F-C026-0DF2FD2EB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D0ADA-5D86-40CA-A740-8E7F5DD1A1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3629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507F19-33F3-5982-9695-E7C6C209C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C19E926-0354-6385-4AAE-0D8B6A0F1E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8E368B9-AB2B-0F26-D1C4-AE8B7B28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6E9E91B-8D23-ADC2-BE64-29DD807E2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ED3B4-B3B1-4C0B-A79A-8746126325DB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AD46451-531E-05D1-3A5D-DB7B981F1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C74A2E3-7DB7-40A3-0575-111BC3779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D0ADA-5D86-40CA-A740-8E7F5DD1A1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0997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9C7547-9322-BA05-0127-C5239F941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43B809B-0FE3-116A-D2B1-E71FFAEF22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70C48F-E568-C5DD-6119-0ADA0529B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ED3B4-B3B1-4C0B-A79A-8746126325DB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1C80A7-2B6F-9763-7E9B-AD938D862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F8F832-D7B0-EB45-B034-8B459756D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D0ADA-5D86-40CA-A740-8E7F5DD1A1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5841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F79BB32-2E8A-27F9-BD9A-7D50EED015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B49EA87-4D53-F96A-ABAF-ED632EA897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EBA6E8-C2E5-AEDE-BA9B-45927EC8C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ED3B4-B3B1-4C0B-A79A-8746126325DB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842A37-3075-9471-7A34-82EC12BCA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66D8EC-AE5E-EACA-D369-21AB2F3F5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D0ADA-5D86-40CA-A740-8E7F5DD1A1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9793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57F2260-C44E-8F5E-27CD-CEC4EEDBB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8F40C13-0D02-D478-7A34-5C203EFAF5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300FCC-8CDA-656E-C835-3CB4853D7E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8ED3B4-B3B1-4C0B-A79A-8746126325DB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B79AFF-F842-CC3B-2264-D98BC56BE0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B147B3-994E-9739-DC0A-B59D76A00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DD0ADA-5D86-40CA-A740-8E7F5DD1A1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622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0562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广辉 申</dc:creator>
  <cp:lastModifiedBy>广辉 申</cp:lastModifiedBy>
  <cp:revision>1</cp:revision>
  <dcterms:created xsi:type="dcterms:W3CDTF">2026-05-28T01:41:42Z</dcterms:created>
  <dcterms:modified xsi:type="dcterms:W3CDTF">2026-05-28T01:41:47Z</dcterms:modified>
</cp:coreProperties>
</file>